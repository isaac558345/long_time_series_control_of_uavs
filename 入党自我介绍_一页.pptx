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竞选副书记讲解稿（大约两分钟）。红字“请填写”先改成事实再讲。</a:t>
            </a:r>
          </a:p>
          <a:p/>
          <a:p>
            <a:r>
              <a:t>各位同志：</a:t>
            </a:r>
          </a:p>
          <a:p>
            <a:r>
              <a:t>我竞选党支部副书记，先用两分钟介绍自己。</a:t>
            </a:r>
          </a:p>
          <a:p/>
          <a:p>
            <a:r>
              <a:t>我叫【姓名】，【性别】，【民族】，专业是【专业】，中共党员。我于【入党时间】加入中国共产党，于【转正时间】转正。</a:t>
            </a:r>
          </a:p>
          <a:p/>
          <a:p>
            <a:r>
              <a:t>我曾担任班级组织委员。任职期间，我协助班级做好推优和入党积极分子的培养联系，了解同学的思想状况，把组织交办的事项按时办完。这段经历让我熟悉发展党员的基本程序，也让我习惯按程序办事、对同学负责。【如需补充，可加上任职起止时间和所在班级】。</a:t>
            </a:r>
          </a:p>
          <a:p/>
          <a:p>
            <a:r>
              <a:t>我竞选党支部副书记，是希望在书记带领下，把班级组织委员的经验用到支部，协助把组织建设和同学工作做实。</a:t>
            </a:r>
          </a:p>
          <a:p/>
          <a:p>
            <a:r>
              <a:t>我对党的认识是：中国共产党是中国工人阶级的先锋队，同时是中国人民和中华民族的先锋队。党的初心和使命，是为中国人民谋幸福、为中华民族谋复兴。我愿在思想上认同，在行动上靠拢，并长期接受组织的教育和考验。</a:t>
            </a:r>
          </a:p>
          <a:p/>
          <a:p>
            <a:r>
              <a:t>今后我会系统学习党的创新理论，主动多沟通；协助书记抓好发展党员和组织生活；自己先做到，再带动身边同学。</a:t>
            </a:r>
          </a:p>
          <a:p/>
          <a:p>
            <a:r>
              <a:t>请同志们批评监督。我的介绍完了，谢谢大家。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5603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58291"/>
            <a:ext cx="12191695" cy="10972"/>
          </a:xfrm>
          <a:prstGeom prst="rect">
            <a:avLst/>
          </a:prstGeom>
          <a:solidFill>
            <a:srgbClr val="6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6304"/>
            <a:ext cx="7498079" cy="475488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lang="zh-CN" altLang="en-US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竞选副书记自我介绍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603504"/>
            <a:ext cx="7863840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lang="zh-CN" altLang="en-US">
                <a:solidFill>
                  <a:srgbClr val="C4A15A"/>
                </a:solidFill>
                <a:latin typeface="微软雅黑"/>
                <a:ea typeface="微软雅黑"/>
                <a:cs typeface="微软雅黑"/>
              </a:rPr>
              <a:t>发言顺序：基本情况　→　组织委员经历　→　为何竞选　→　对党的认识　→　未来怎么做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56032"/>
            <a:ext cx="3429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 i="0" lang="zh-CN" altLang="en-US">
                <a:solidFill>
                  <a:srgbClr val="C4A15A"/>
                </a:solidFill>
                <a:latin typeface="微软雅黑"/>
                <a:ea typeface="微软雅黑"/>
                <a:cs typeface="微软雅黑"/>
              </a:rPr>
              <a:t>支部选举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147572"/>
            <a:ext cx="3858768" cy="3584448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" y="1115568"/>
            <a:ext cx="3858768" cy="3584448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2608" y="1115568"/>
            <a:ext cx="3858768" cy="384048"/>
          </a:xfrm>
          <a:prstGeom prst="roundRect">
            <a:avLst>
              <a:gd name="adj" fmla="val 8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" y="1371600"/>
            <a:ext cx="3858768" cy="128016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161288"/>
            <a:ext cx="3566160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lang="zh-CN" altLang="en-US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一、基本情况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91056"/>
            <a:ext cx="1005840" cy="21945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536192"/>
            <a:ext cx="2514600" cy="36576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1938528"/>
            <a:ext cx="2331720" cy="1371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103120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性别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03120"/>
            <a:ext cx="128016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377439"/>
            <a:ext cx="124358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12848" y="2103120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民族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103120"/>
            <a:ext cx="132588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377439"/>
            <a:ext cx="128930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523744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专业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2523744"/>
            <a:ext cx="128016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798063"/>
            <a:ext cx="124358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12848" y="2523744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面貌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0048" y="2523744"/>
            <a:ext cx="132588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中共党员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70048" y="2798063"/>
            <a:ext cx="128930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035808"/>
            <a:ext cx="96012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入党时间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035808"/>
            <a:ext cx="256032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17320" y="3310127"/>
            <a:ext cx="252374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47872"/>
            <a:ext cx="96012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转正时间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3547872"/>
            <a:ext cx="256032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3822191"/>
            <a:ext cx="252374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059936"/>
            <a:ext cx="96012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曾任职务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059936"/>
            <a:ext cx="2560320" cy="27432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8E1B2C"/>
                </a:solidFill>
                <a:latin typeface="微软雅黑"/>
                <a:ea typeface="微软雅黑"/>
                <a:cs typeface="微软雅黑"/>
              </a:rPr>
              <a:t>班级组织委员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17320" y="4334256"/>
            <a:ext cx="2523744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25112" y="1147572"/>
            <a:ext cx="7589520" cy="1755648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97680" y="1115568"/>
            <a:ext cx="7589520" cy="1755648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1271016"/>
            <a:ext cx="68580" cy="20116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08576" y="1225296"/>
            <a:ext cx="7095744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二、曾任班级组织委员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62272" y="1572768"/>
            <a:ext cx="7269480" cy="11704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我曾担任班级组织委员。任职期间，协助班级做好推优和入党积极分子的培养联系，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了解同学思想状况，把组织交办的事项按时办完。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这段经历让我熟悉发展党员的基本程序，也让我习惯按程序办事、对同学负责。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25112" y="3012948"/>
            <a:ext cx="7589520" cy="171907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80" y="2980944"/>
            <a:ext cx="7589520" cy="171907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0560" y="3136391"/>
            <a:ext cx="68580" cy="20116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08576" y="3090672"/>
            <a:ext cx="7095744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三、为何竞选副书记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2272" y="3438144"/>
            <a:ext cx="7269480" cy="113385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我已加入中国共产党。竞选党支部副书记，是希望在书记带领下，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把班级组织委员的经验用到支部，协助把组织建设和同学工作做实。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4860036"/>
            <a:ext cx="6583680" cy="144475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92608" y="4828032"/>
            <a:ext cx="6583680" cy="144475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2608" y="4828032"/>
            <a:ext cx="6583680" cy="73152"/>
          </a:xfrm>
          <a:prstGeom prst="roundRect">
            <a:avLst>
              <a:gd name="adj" fmla="val 40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92608" y="4873752"/>
            <a:ext cx="6583680" cy="54864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" y="4992624"/>
            <a:ext cx="6291072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四、对党的认识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303520"/>
            <a:ext cx="6254496" cy="877824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中国共产党是中国工人阶级的先锋队，同时是中国人民和中华民族的先锋队。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4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党的初心和使命，是为中国人民谋幸福、为中华民族谋复兴。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4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我愿在思想上认同，在行动上靠拢，并长期接受组织的教育和考验。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50024" y="4860036"/>
            <a:ext cx="4873752" cy="144475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22592" y="4828032"/>
            <a:ext cx="4873752" cy="144475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022592" y="4828032"/>
            <a:ext cx="4873752" cy="73152"/>
          </a:xfrm>
          <a:prstGeom prst="roundRect">
            <a:avLst>
              <a:gd name="adj" fmla="val 40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22592" y="4873752"/>
            <a:ext cx="4873752" cy="54864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68896" y="4992624"/>
            <a:ext cx="4581144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五、未来该怎么去做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87183" y="5303520"/>
            <a:ext cx="4544568" cy="877824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系统学习党的创新理论，主动多沟通。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4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协助书记抓好发展党员和组织生活。</a:t>
            </a:r>
          </a:p>
          <a:p>
            <a:pPr algn="l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</a:pPr>
            <a:r>
              <a:rPr sz="14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自己先做到，再带动身边同学。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6473952"/>
            <a:ext cx="12191695" cy="1371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6528816"/>
            <a:ext cx="11460175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lang="zh-CN" altLang="en-US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请同志们批评监督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竞选副书记自我介绍</dc:title>
  <dc:subject>党支部副书记竞选一页自我介绍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支部选举</cp:category>
</cp:coreProperties>
</file>